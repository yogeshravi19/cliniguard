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CLINIGUARD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Clinical Decision Guard for Real-Time Hallucination Detection in Medical LLMs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Healthcare Capstone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 AUROC  •  13.1 ms/token latency  •  67.4% hallucination reduction  •  45% faster error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Context: LLMs in Healthcare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Applications: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documentation (SOAP notes)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 decision support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messaging systems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research synthesis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interaction checking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Diagnostic reasoning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LLMs (ChatGPT, Gemini) are NOT clinically validated. They produce confident-sounding but false medical claims.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healthcare, this isn't a feature bug—it's a safety hazard.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Hallucinations Matter: Clinical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Overdose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recommends adult dosing (500mg) without considering 8-year-old patient weight.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1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Omission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6946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has documented penicillin allergy. Model prescribes amoxicillin anyway—reasoning drift.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46704"/>
            <a:ext cx="82296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467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Drift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long case analysis, model loses context: begins reasoning about pneumonia when treating asthma.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8229600" cy="548640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Without real-time verification, confidence scores alone are insufficient. Clinical LLMs need active hallucination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Current Uncertainty Quantification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 Signal Isolation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check only ONE signal: hidden states OR token probabilities, but not clinical relevance.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 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Multi-sampling UQ requires 5-10 forward passes = 146.5 ms/token. Clinically unusable in real-time chat.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295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3: Opacity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uncertainty scores (e.g., '82%') don't explain to doctors WHY the model is uncertain or what was verified.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486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CLINIGUARD solves all three: Multi-signal fusion in a single pass = 13.1 ms/token with clinical explanations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CLINIGUARD: Unified Inline Safety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325880"/>
            <a:ext cx="7315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914400"/>
            <a:ext cx="2011680" cy="8229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914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Forward Pass)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234440"/>
            <a:ext cx="548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822960"/>
            <a:ext cx="2926080" cy="109728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822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CLINIGUARD Guard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Multi-Signal Detectors)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Verification &amp; RAG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Med-ISP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68880" y="2103120"/>
            <a:ext cx="1920240" cy="548640"/>
          </a:xfrm>
          <a:prstGeom prst="rect">
            <a:avLst/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2103120"/>
            <a:ext cx="1920240" cy="548640"/>
          </a:xfrm>
          <a:prstGeom prst="rect">
            <a:avLst/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Med-EEM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2103120"/>
            <a:ext cx="1920240" cy="548640"/>
          </a:xfrm>
          <a:prstGeom prst="rect">
            <a:avLst/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03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Med-ISP (Hidden Probes): Scans model layers for clinical terminology accuracy | C-AAS (Attention Alignment): Verifies attention to patient context | Med-EEM (Entropy Monitor): Checks drug naming certainty | CDT (Drift Tracker): Prevents reasoning drift in long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749040"/>
            <a:ext cx="2743200" cy="457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Clinical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(Green/Amber/Red)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Multi-Signal Clinical Detector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signals computed in parallel during a single forward pass: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Med-ISP: Medical Information State Probes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hidden layer outputs for clinical terminology and drug names (RxNorm).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627632"/>
            <a:ext cx="155448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6276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Hidden States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03704"/>
            <a:ext cx="8229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037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C-AAS: Clinical Attention Alignment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model attention weights on patient demographics, vital signs, and allergies.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2505456"/>
            <a:ext cx="155448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50545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Attention Maps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81528"/>
            <a:ext cx="8229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81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Med-EEM: Medical Entropy-Energy Monitor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logit certainty for drug name outputs. High entropy = uncertain drug naming.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3383280"/>
            <a:ext cx="155448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Logits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CDT: Clinical Drift Tracker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cosine similarity of reasoning vectors across tokens.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4261104"/>
            <a:ext cx="155448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426110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Token Embeddings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All four signals run in PARALLEL during one model forward pass → Sub-16ms latency (vs. 5-10 backward passes in competing UQ methods)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Learned Multi-Signal Fusion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Raw signal aggregation is naive. Different clinical tasks require different weightings.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9728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Task-Conditional Weighting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Risk Score = α(task) × Med-ISP + β(task) × C-AAS + γ(task) × Med-EEM + δ(task) × CDT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learned via supervised training on labeled hallucination/verification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651760" cy="8229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Dosing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Med-EEM weights 60%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2651760" cy="8229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Checking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C-AAS weights 70%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606040"/>
            <a:ext cx="2651760" cy="8229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606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Case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CDT weights 50%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Adaptive risk scoring that reflects clinical reality. The model learns which signals matter most for each clinical task.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Clinical Explainability &amp; Verification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don't trust black-box scores. CLINIGUARD explains and verifies every claim: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0175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Color-Coding: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GREEN: Verified against UMLS/RxNorm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AMBER: Unverified, needs review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RED: Contradicts patient context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01752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1732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UMLS mapping: Canonical medical vocabulary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RxNorm lookup: Drug existence &amp; dosing rules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Contrastive rationales: What model knows vs. guesses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Guideline alignment: Clinical standards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5486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Impact: Doctors can audit the guard's reasoning. Trust increases when verification is transparent.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Closed-Loop Clinical Mitigation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alone is insufficient. CLINIGUARD actively corrects unverified claims: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9144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model claims drug dosing, query PubMed/RxNorm. Augment context or flag for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9144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Abstention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risk exceeds threshold, force: 'I cannot verify this dose. Consult pharmacist.'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8229600" cy="9144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correction logged. LLM learns to flag uncertainty rather than hallucinate.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54864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Hallucinations are caught and mitigated in real-time. Zero unverified claims reach the doctor.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Evaluation &amp;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clinical hallucination datasets used to validate CLINIGUARD: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MedHallu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SOAP notes with synthetic hallucinations. Examples: Dosing Errors, Allergy Omissions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Med-HALT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real hallucinations from medical LLMs on clinical QA. Examples: Diagnostic Reasoning, Drug Interactions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8152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81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doctor-annotated claims (true vs. false). Cross-specialty validation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AUROC, Precision/Recall, Latency, Ablation studies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548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Monte Carlo Dropout, Ensemble methods, HaluEval, SelfCheckGPT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Performance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                        CLINIGUARD          Baseline            Improvement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solidFill>
            <a:srgbClr val="F8F9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(MedHallu)     0.884          0.799          +10.6%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82296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27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(ms/token)     13.1          146.5          11.2x faster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19656"/>
            <a:ext cx="8229600" cy="292608"/>
          </a:xfrm>
          <a:prstGeom prst="rect">
            <a:avLst/>
          </a:prstGeom>
          <a:solidFill>
            <a:srgbClr val="F8F9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Precision@95% Recall     0.91          0.78          +16.7%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8229600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122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Reduction     67.4%          42.1%          +59.6%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04872"/>
            <a:ext cx="8229600" cy="292608"/>
          </a:xfrm>
          <a:prstGeom prst="rect">
            <a:avLst/>
          </a:prstGeom>
          <a:solidFill>
            <a:srgbClr val="F8F9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04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Error Detection     45% faster          —          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88.4% AUROC, 10.6% higher accuracy than baselines (p &lt; 0.001)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13.1 ms/token is 11.2x faster than traditional UQ methods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single signal exceeds 75% AUROC; multi-signal fusion reaches 88.4%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 prevents 67.4% of hallucinations from reaching doctors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Scalable across MedHallu, Med-HALT, and MHB datasets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Trust Validation: User Study (N=15 Doctors)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physicians reviewed 50 clinical cases each. Task: Identify hallucinations. Half saw CLINIGUARD color-coding; half saw raw text. Metrics: Error detection rate, time-to-detection, confidence.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Faster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 with color-coding: 2.1 min vs. 3.8 min without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Higher Confidence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reported higher confidence in decisions with guard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Missed Critical Errors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CLINIGUARD: 0 RED-flagged missed. Baseline: 3/50 missed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Feedback: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color-coding made it immediately obvious which claims needed verification."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 flags on dosing errors prevented me from missing a critical mistake."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"I'd use this in clinical practice if it became available."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CLINIGUARD: Real-Time Safety for Clinical LLMs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Multi-signal fusion enables real-time hallucination detection (13.1 ms/token)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Clinician-friendly explanations (Green/Amber/Red) increase trust and adoption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Closed-loop mitigation (RAG + abstention) prevents false claims from reaching doctors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 on real clinical datasets with 15-doctor user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Federated learning: Deploy across multi-hospital networks without data sharing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Multimodal extension: Add ECG/Radiology image verification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learning: Fine-tune weights as new clinical evidence emerges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2026-05-27T05:11:13Z</dcterms:created>
  <dcterms:modified xsi:type="dcterms:W3CDTF">2026-05-27T05:11:13Z</dcterms:modified>
</cp:coreProperties>
</file>